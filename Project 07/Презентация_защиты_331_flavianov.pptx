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Gill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bab0961c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4bab0961c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solidFill>
          <a:schemeClr val="accen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solidFill>
          <a:schemeClr val="accen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bg>
      <p:bgPr>
        <a:solidFill>
          <a:schemeClr val="accen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804672" y="6236208"/>
            <a:ext cx="51675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808523" y="6236208"/>
            <a:ext cx="510372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dk1"/>
          </a:solidFill>
          <a:ln cap="sq" cmpd="sng" w="31750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" name="Google Shape;22;p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146383" y="940499"/>
            <a:ext cx="11903242" cy="3417987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ru-RU"/>
              <a:t>КУРСОВАЯ РАБОТА</a:t>
            </a:r>
            <a:br>
              <a:rPr lang="ru-RU"/>
            </a:br>
            <a:br>
              <a:rPr lang="ru-RU"/>
            </a:b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ТЕМА: </a:t>
            </a: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РАЗРАБОТКА МОБИЛЬНОГО ПРИЛОЖЕНИЯ </a:t>
            </a:r>
            <a:b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«ПРИЛОЖЕНИЕ ДЛЯ МЕДИТАЦИИ»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cap="sq" cmpd="sng" w="381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 fontScale="25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b="1" i="0" lang="ru-RU" sz="4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САНКТ-ПЕТЕРБУРГСКОЕ ГОСУДАРСТВЕННОЕ БЮДЖЕТНОЕ ПРОФЕССИОНАЛЬНОЕ ОБРАЗОВАТЕЛЬНОЕ УЧРЕЖДЕНИЕ</a:t>
            </a:r>
            <a:endParaRPr b="1" i="0" sz="4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b="1" i="0" lang="ru-RU" sz="4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«ИЖОРСКИЙ ПОЛИТЕХНИЧЕСКИЙ КОЛЛЕДЖ»</a:t>
            </a:r>
            <a:endParaRPr b="1" i="0" sz="4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86" y="1514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6099" y="153401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cap="sq" cmpd="sng" w="381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8800" lIns="118800" spcFirstLastPara="1" rIns="118800" wrap="square" tIns="118800">
            <a:normAutofit/>
          </a:bodyPr>
          <a:lstStyle/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РУКОВОДИТЕЛЬ: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ПРЕПОДАВАТЕЛЬ СПЕЦ. ДИСЦИПЛИН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ПО СПЕЦИАЛЬНОСТИ 09.02.07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ВЕНЕДИКТОВ ДМИТРИЙ ВИКТОРОВИЧ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cap="sq" cmpd="sng" w="381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8800" lIns="118800" spcFirstLastPara="1" rIns="118800" wrap="square" tIns="118800">
            <a:normAutofit/>
          </a:bodyPr>
          <a:lstStyle/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ВЫПОЛНИЛ: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СТУДЕНТ ГРУППЫ 331С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None/>
            </a:pPr>
            <a:r>
              <a:rPr b="0" i="0" lang="ru-RU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ФЛАВЬЯНОВ В.К.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АКТУАЛЬНОСТЬ РАЗРАБАТЫВАЕМОГО МОБИЛЬНОГО ПРИЛОЖЕНИЯ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ПРИЛОЖЕНИЕ  СВОИМ ОБШИРНЫМ ЗАПАСОМ АУДИОЗАПИСЕЙ ПОМОГАЕТ СОСРЕДОТОЧИТЬСЯ И РАССЛАБИТЬСЯ </a:t>
            </a:r>
            <a:endParaRPr b="0" i="0" sz="2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ВО ВРЕМЯ МЕДИТАЦИИ. </a:t>
            </a:r>
            <a:endParaRPr b="0" i="0" sz="2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ЦЕЛИ И ЗАДАЧИ КУРСОВОЙ РАБОТЫ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imes New Roman"/>
              <a:buNone/>
            </a:pPr>
            <a:r>
              <a:rPr b="0" i="0" lang="ru-RU" sz="14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 ПРИЛОЖЕНИЯ</a:t>
            </a: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Times New Roman"/>
              <a:buAutoNum type="arabicPeriod"/>
            </a:pPr>
            <a:r>
              <a:rPr lang="ru-RU" sz="2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Изучение влияния медитации на психоэмоциональное состояние человека.</a:t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Times New Roman"/>
              <a:buAutoNum type="arabicPeriod"/>
            </a:pPr>
            <a:r>
              <a:rPr lang="ru-RU" sz="2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мобильного приложения для медитаций.</a:t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Times New Roman"/>
              <a:buAutoNum type="arabicPeriod"/>
            </a:pPr>
            <a:r>
              <a:rPr lang="ru-RU" sz="2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научных данных и рекомендаций.</a:t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Times New Roman"/>
              <a:buAutoNum type="arabicPeriod"/>
            </a:pPr>
            <a:r>
              <a:rPr lang="ru-RU" sz="2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Повышение осведомленности о пользе медитации.</a:t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Times New Roman"/>
              <a:buAutoNum type="arabicPeriod"/>
            </a:pPr>
            <a:r>
              <a:rPr lang="ru-RU" sz="2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эффективности разработанного приложения.</a:t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ЗАДАЧИ ПРИЛОЖЕНИЯ</a:t>
            </a:r>
            <a:r>
              <a:rPr lang="ru-RU" sz="24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sz="24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AutoNum type="arabicPeriod"/>
            </a:pP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обзор литературы.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AutoNum type="arabicPeriod"/>
            </a:pP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функциональные требования к приложению.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AutoNum type="arabicPeriod"/>
            </a:pP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прототип интерфейса.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AutoNum type="arabicPeriod"/>
            </a:pP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основные функции приложения.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AutoNum type="arabicPeriod"/>
            </a:pPr>
            <a:r>
              <a:rPr lang="ru-RU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тестирование и сбор отзывов.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ru-RU"/>
              <a:t>ПРОГРАММНЫЕ СРЕДСТВА ДЛЯ РАЗРАБОТКИ МОБИЛЬНОГО ПРИЛОЖЕНИЯ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KOTLIN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JAVA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FIGMA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SQLITE</a:t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СРЕДЫ ДЛЯ РАЗРАБОТКИ МОБИЛЬНОГО ПРИЛОЖЕНИЯ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156411" y="1381787"/>
            <a:ext cx="11881200" cy="53838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ANDROID STUDIO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VISUAL STUDIO CODE</a:t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ИНТЕРФЕЙС </a:t>
            </a:r>
            <a:r>
              <a:rPr lang="ru-RU"/>
              <a:t>ВЕБ-ВЕРСИИ ПРИЛОЖЕНИЯ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ИНФОРМАЦИЯ</a:t>
            </a:r>
            <a:endParaRPr b="0" i="0" sz="2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1775"/>
            <a:ext cx="11881198" cy="538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156411" y="92403"/>
            <a:ext cx="11881200" cy="11886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ИНТЕРФЕЙС МОБИЛЬНОГО ПРИЛОЖЕНИЯ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156411" y="1381787"/>
            <a:ext cx="11881200" cy="53838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12" y="1381775"/>
            <a:ext cx="2980975" cy="53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ЛОГИКА РАБОТЫ ПРИЛОЖЕНИЯ</a:t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</a:t>
            </a:r>
            <a:r>
              <a:rPr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ВВОД ИМЕНИ, EMAIL, ПАРОЛЯ → ПРОВЕРКА КАПЧИ → СОХРАНЕНИЕ В БАЗЕ ДАННЫХ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ПРОФИЛЬ</a:t>
            </a:r>
            <a:r>
              <a:rPr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ИЗМЕНЕНИЕ ДАННЫХ, ВЫХОД ИЗ АККАУНТА, СОХРАНЕНИЕ ИЗБРАННЫХ МЕДИТАЦИЙ.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СПИСОК МЕДИТАЦИЙ</a:t>
            </a:r>
            <a:r>
              <a:rPr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ЗАГРУЗКА ИЗ БД, ОТОБРАЖЕНИЕ КАТЕГОРИЙ, ВЫБОР МЕДИТАЦИЙ ДЛЯ ДЕТАЛЕЙ.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r>
              <a:rPr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НАВИГАЦИОННЫЙ БАР ДЛЯ ПЕРЕКЛЮЧЕНИЯ ВКЛАДОК.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ЛОГИКА РАБОТЫ ПОДКЛЮЧАЕМОЙ БАЗЫ ДАННЫХ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БД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ДОБАВЛЕНИЕ ДАННЫХ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ПРОВЕРКА ДАННЫХ 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ЧТЕНИЕ ДАННЫХ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ВЫГРУЗКА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СРАВНЕНИЯ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AutoNum type="arabicPeriod"/>
            </a:pPr>
            <a:r>
              <a:rPr b="1" lang="ru-RU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ЗАКРЫТИЕ СОЕДИНЕНИЯ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156411" y="92403"/>
            <a:ext cx="11881184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ru-RU"/>
              <a:t>ВОЗМОЖНОЕ ПРИМЕНЕНИЕ РАЗРАБОТАННОГО ПРИЛОЖЕНИЯ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i="0" lang="ru-RU" sz="2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ИСПОЛЬЗОВАНИЕ В УПРАВЛЕНИИ </a:t>
            </a:r>
            <a:endParaRPr i="0" sz="28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i="0" lang="ru-RU" sz="2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ПЛЕЙЛИСТОМ АУДИОЗАПИСЕЙ С МУЗЫКОЙ </a:t>
            </a:r>
            <a:endParaRPr i="0" sz="28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i="0" lang="ru-RU" sz="2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ПРОВЕДЕНИЯ МЕДИТАЦИЙ.</a:t>
            </a:r>
            <a:endParaRPr i="0" sz="28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CCF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ctrTitle"/>
          </p:nvPr>
        </p:nvSpPr>
        <p:spPr>
          <a:xfrm>
            <a:off x="146383" y="940499"/>
            <a:ext cx="11903242" cy="5802196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ru-RU"/>
              <a:t>ОТВЕТЫ НА ВОПРОСЫ КОМИССИИ</a:t>
            </a:r>
            <a:endParaRPr b="1"/>
          </a:p>
        </p:txBody>
      </p:sp>
      <p:sp>
        <p:nvSpPr>
          <p:cNvPr id="165" name="Google Shape;165;p25"/>
          <p:cNvSpPr txBox="1"/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cap="sq" cmpd="sng" w="381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 fontScale="250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b="1" i="0" lang="ru-RU" sz="3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САНКТ-ПЕТЕРБУРГСКОЕ ГОСУДАРСТВЕННОЕ БЮДЖЕТНОЕ ПРОФЕССИОНАЛЬНОЕ ОБРАЗОВАТЕЛЬНОЕ УЧРЕЖДЕНИЕ</a:t>
            </a:r>
            <a:endParaRPr b="1" i="0" sz="3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b="1" i="0" lang="ru-RU" sz="3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«ИЖОРСКИЙ ПОЛИТЕХНИЧЕСКИЙ КОЛЛЕДЖ»</a:t>
            </a:r>
            <a:endParaRPr b="1" i="0" sz="38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86" y="15140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6099" y="153401"/>
            <a:ext cx="54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Посылка">
  <a:themeElements>
    <a:clrScheme name="Посылка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Посылка">
  <a:themeElements>
    <a:clrScheme name="Посылка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